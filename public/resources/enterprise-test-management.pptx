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83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anchawate.github.io/portfoli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Test Management &amp; Automation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 / 07</a:t>
            </a:r>
          </a:p>
        </p:txBody>
      </p:sp>
      <p:sp>
        <p:nvSpPr>
          <p:cNvPr id="7" name="Text 5"/>
          <p:cNvSpPr/>
          <p:nvPr/>
        </p:nvSpPr>
        <p:spPr>
          <a:xfrm>
            <a:off x="612648" y="169164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Bridging UAT governance, international coordination and hands-on engineering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2514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S/4HANA Finance  •  Jira/Xray  •  Python &amp; REST APIs  •  Reporting Automation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246120"/>
            <a:ext cx="3493008" cy="1508760"/>
          </a:xfrm>
          <a:prstGeom prst="roundRect">
            <a:avLst>
              <a:gd name="adj" fmla="val 9697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" y="3246120"/>
            <a:ext cx="50292" cy="1508760"/>
          </a:xfrm>
          <a:prstGeom prst="rect">
            <a:avLst/>
          </a:prstGeom>
          <a:solidFill>
            <a:srgbClr val="49D5E8"/>
          </a:solidFill>
          <a:ln w="127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3816" y="3447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7,000+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" y="3913632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master test cases under repository governance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4343400" y="3246120"/>
            <a:ext cx="3493008" cy="1508760"/>
          </a:xfrm>
          <a:prstGeom prst="roundRect">
            <a:avLst>
              <a:gd name="adj" fmla="val 9697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3246120"/>
            <a:ext cx="50292" cy="1508760"/>
          </a:xfrm>
          <a:prstGeom prst="rect">
            <a:avLst/>
          </a:prstGeom>
          <a:solidFill>
            <a:srgbClr val="49D5E8"/>
          </a:solidFill>
          <a:ln w="127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44568" y="3447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4568" y="3913632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Product Teams across enterprise testing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065008" y="3246120"/>
            <a:ext cx="3493008" cy="1508760"/>
          </a:xfrm>
          <a:prstGeom prst="roundRect">
            <a:avLst>
              <a:gd name="adj" fmla="val 9697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65008" y="3246120"/>
            <a:ext cx="50292" cy="1508760"/>
          </a:xfrm>
          <a:prstGeom prst="rect">
            <a:avLst/>
          </a:prstGeom>
          <a:solidFill>
            <a:srgbClr val="49D5E8"/>
          </a:solidFill>
          <a:ln w="127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66176" y="3447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400+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66176" y="3913632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Plans and Test Executions in the testing environment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12648" y="5166360"/>
            <a:ext cx="2103120" cy="338328"/>
          </a:xfrm>
          <a:prstGeom prst="roundRect">
            <a:avLst>
              <a:gd name="adj" fmla="val 43243"/>
            </a:avLst>
          </a:prstGeom>
          <a:solidFill>
            <a:srgbClr val="1A2B47"/>
          </a:solidFill>
          <a:ln w="10160">
            <a:solidFill>
              <a:srgbClr val="1A2B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23951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&amp; Regression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52928" y="5166360"/>
            <a:ext cx="2148840" cy="338328"/>
          </a:xfrm>
          <a:prstGeom prst="roundRect">
            <a:avLst>
              <a:gd name="adj" fmla="val 43243"/>
            </a:avLst>
          </a:prstGeom>
          <a:solidFill>
            <a:srgbClr val="1A2B47"/>
          </a:solidFill>
          <a:ln w="10160">
            <a:solidFill>
              <a:srgbClr val="1A2B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1800" y="5239512"/>
            <a:ext cx="1911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Hub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38928" y="5166360"/>
            <a:ext cx="2423160" cy="338328"/>
          </a:xfrm>
          <a:prstGeom prst="roundRect">
            <a:avLst>
              <a:gd name="adj" fmla="val 43243"/>
            </a:avLst>
          </a:prstGeom>
          <a:solidFill>
            <a:srgbClr val="1A2B47"/>
          </a:solidFill>
          <a:ln w="10160">
            <a:solidFill>
              <a:srgbClr val="1A2B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57800" y="5239512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Rollouts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99248" y="5166360"/>
            <a:ext cx="2651760" cy="338328"/>
          </a:xfrm>
          <a:prstGeom prst="roundRect">
            <a:avLst>
              <a:gd name="adj" fmla="val 43243"/>
            </a:avLst>
          </a:prstGeom>
          <a:solidFill>
            <a:srgbClr val="1A2B47"/>
          </a:solidFill>
          <a:ln w="10160">
            <a:solidFill>
              <a:srgbClr val="1A2B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5239512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" y="5852160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from January 2027  •  Munich preferred  •  Open to relocation in Germany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UAT RECIPE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market scope to management visibility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 / 07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1700784"/>
            <a:ext cx="10881360" cy="667512"/>
          </a:xfrm>
          <a:prstGeom prst="roundRect">
            <a:avLst>
              <a:gd name="adj" fmla="val 21918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1819656"/>
            <a:ext cx="448056" cy="411480"/>
          </a:xfrm>
          <a:prstGeom prst="roundRect">
            <a:avLst>
              <a:gd name="adj" fmla="val 35556"/>
            </a:avLst>
          </a:prstGeom>
          <a:solidFill>
            <a:srgbClr val="49D5E8"/>
          </a:solidFill>
          <a:ln w="10160">
            <a:solidFill>
              <a:srgbClr val="49D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911096"/>
            <a:ext cx="338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1328" y="1819656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preparation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79392" y="1856232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inputs → reusable test-case mapping → draft market scope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10881360" cy="667512"/>
          </a:xfrm>
          <a:prstGeom prst="roundRect">
            <a:avLst>
              <a:gd name="adj" fmla="val 21918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" y="2633472"/>
            <a:ext cx="448056" cy="411480"/>
          </a:xfrm>
          <a:prstGeom prst="roundRect">
            <a:avLst>
              <a:gd name="adj" fmla="val 35556"/>
            </a:avLst>
          </a:prstGeom>
          <a:solidFill>
            <a:srgbClr val="49D5E8"/>
          </a:solidFill>
          <a:ln w="10160">
            <a:solidFill>
              <a:srgbClr val="49D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" y="2724912"/>
            <a:ext cx="338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2633472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79392" y="267004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Product Teams and markets confirm relevance; gaps identified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40080" y="3328416"/>
            <a:ext cx="10881360" cy="667512"/>
          </a:xfrm>
          <a:prstGeom prst="roundRect">
            <a:avLst>
              <a:gd name="adj" fmla="val 21918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" y="3447288"/>
            <a:ext cx="448056" cy="411480"/>
          </a:xfrm>
          <a:prstGeom prst="roundRect">
            <a:avLst>
              <a:gd name="adj" fmla="val 35556"/>
            </a:avLst>
          </a:prstGeom>
          <a:solidFill>
            <a:srgbClr val="49D5E8"/>
          </a:solidFill>
          <a:ln w="10160">
            <a:solidFill>
              <a:srgbClr val="49D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" y="3538728"/>
            <a:ext cx="338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3447288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readiness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79392" y="3483864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Test-case quality, tester coordination, Jira/Xray plans and executions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640080" y="4142232"/>
            <a:ext cx="10881360" cy="667512"/>
          </a:xfrm>
          <a:prstGeom prst="roundRect">
            <a:avLst>
              <a:gd name="adj" fmla="val 21918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" y="4261104"/>
            <a:ext cx="448056" cy="411480"/>
          </a:xfrm>
          <a:prstGeom prst="roundRect">
            <a:avLst>
              <a:gd name="adj" fmla="val 35556"/>
            </a:avLst>
          </a:prstGeom>
          <a:solidFill>
            <a:srgbClr val="49D5E8"/>
          </a:solidFill>
          <a:ln w="10160">
            <a:solidFill>
              <a:srgbClr val="49D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9536" y="4352544"/>
            <a:ext cx="338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81328" y="426110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monitoring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79392" y="429768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vs actual progress, statuses, defects, evidence and blockers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40080" y="4956048"/>
            <a:ext cx="10881360" cy="667512"/>
          </a:xfrm>
          <a:prstGeom prst="roundRect">
            <a:avLst>
              <a:gd name="adj" fmla="val 21918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4672" y="5074920"/>
            <a:ext cx="448056" cy="411480"/>
          </a:xfrm>
          <a:prstGeom prst="roundRect">
            <a:avLst>
              <a:gd name="adj" fmla="val 35556"/>
            </a:avLst>
          </a:prstGeom>
          <a:solidFill>
            <a:srgbClr val="49D5E8"/>
          </a:solidFill>
          <a:ln w="10160">
            <a:solidFill>
              <a:srgbClr val="49D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9536" y="5166360"/>
            <a:ext cx="338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81328" y="5074920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&amp; follow-up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79392" y="5111496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15-page KPI package, workstream risks and stakeholder actions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685800" y="5971032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rights remain with the relevant business and programme stakeholders; Test Management coordinates readiness, execution control and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Connecting central governance and market execution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 / 07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3447288" cy="1901952"/>
          </a:xfrm>
          <a:prstGeom prst="roundRect">
            <a:avLst>
              <a:gd name="adj" fmla="val 7692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50292" cy="1901952"/>
          </a:xfrm>
          <a:prstGeom prst="rect">
            <a:avLst/>
          </a:prstGeom>
          <a:solidFill>
            <a:srgbClr val="A68AFF"/>
          </a:solidFill>
          <a:ln w="12700">
            <a:solidFill>
              <a:srgbClr val="A68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&amp; market stakeholders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2478024"/>
            <a:ext cx="30540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rollout inputs, market priorities, tester availability and business acceptance decisions.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370832" y="1810512"/>
            <a:ext cx="3447288" cy="1901952"/>
          </a:xfrm>
          <a:prstGeom prst="roundRect">
            <a:avLst>
              <a:gd name="adj" fmla="val 7692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0832" y="1810512"/>
            <a:ext cx="50292" cy="1901952"/>
          </a:xfrm>
          <a:prstGeom prst="rect">
            <a:avLst/>
          </a:prstGeom>
          <a:solidFill>
            <a:srgbClr val="49D5E8"/>
          </a:solidFill>
          <a:ln w="127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Test Management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478024"/>
            <a:ext cx="30540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scope mapping, repository standards, Jira/Xray readiness, execution monitoring and KPI reporting.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101584" y="1810512"/>
            <a:ext cx="3447288" cy="1901952"/>
          </a:xfrm>
          <a:prstGeom prst="roundRect">
            <a:avLst>
              <a:gd name="adj" fmla="val 7692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01584" y="1810512"/>
            <a:ext cx="50292" cy="1901952"/>
          </a:xfrm>
          <a:prstGeom prst="rect">
            <a:avLst/>
          </a:prstGeom>
          <a:solidFill>
            <a:srgbClr val="54D7AF"/>
          </a:solidFill>
          <a:ln w="12700">
            <a:solidFill>
              <a:srgbClr val="54D7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752" y="2011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Product Teams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02752" y="2478024"/>
            <a:ext cx="30540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business relevance, identify GAP scenarios and support test-case quality and issue resolution.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4105656" y="2715768"/>
            <a:ext cx="237744" cy="0"/>
          </a:xfrm>
          <a:prstGeom prst="line">
            <a:avLst/>
          </a:prstGeom>
          <a:noFill/>
          <a:ln w="254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36408" y="2715768"/>
            <a:ext cx="237744" cy="0"/>
          </a:xfrm>
          <a:prstGeom prst="line">
            <a:avLst/>
          </a:prstGeom>
          <a:noFill/>
          <a:ln w="254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4279392"/>
            <a:ext cx="10104120" cy="1133856"/>
          </a:xfrm>
          <a:prstGeom prst="roundRect">
            <a:avLst>
              <a:gd name="adj" fmla="val 12903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16736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contribution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74136" y="4462272"/>
            <a:ext cx="7296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ownership of testing-specific Jira/Xray configuration, automation and reporting — combined with cross-team UAT coordination.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71500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regional rollout streams across completed testing, ongoing execution and preparation phases.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REPORTING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15-page automated UAT KPI reporting framework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 / 07</a:t>
            </a:r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essential views within one consolidated reporting package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167128"/>
            <a:ext cx="5285232" cy="1088136"/>
          </a:xfrm>
          <a:prstGeom prst="roundRect">
            <a:avLst>
              <a:gd name="adj" fmla="val 13445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23500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62456" y="2295144"/>
            <a:ext cx="4325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test status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62456" y="2670048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vs actual execution, test statuses and changing scope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2167128"/>
            <a:ext cx="5285232" cy="1088136"/>
          </a:xfrm>
          <a:prstGeom prst="roundRect">
            <a:avLst>
              <a:gd name="adj" fmla="val 13445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23500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58584" y="2295144"/>
            <a:ext cx="4325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rates by workstream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8584" y="2670048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unsuccessful results are concentrated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520440"/>
            <a:ext cx="5285232" cy="1088136"/>
          </a:xfrm>
          <a:prstGeom prst="roundRect">
            <a:avLst>
              <a:gd name="adj" fmla="val 13445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" y="370332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62456" y="3648456"/>
            <a:ext cx="4325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evolution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62456" y="4023360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defects, priorities and closure trends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3520440"/>
            <a:ext cx="5285232" cy="1088136"/>
          </a:xfrm>
          <a:prstGeom prst="roundRect">
            <a:avLst>
              <a:gd name="adj" fmla="val 13445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28232" y="370332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58584" y="3648456"/>
            <a:ext cx="4325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by workstream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8584" y="4023360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Planned, executed, remaining, pass/fail and blockers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5074920"/>
            <a:ext cx="10844784" cy="813816"/>
          </a:xfrm>
          <a:prstGeom prst="roundRect">
            <a:avLst>
              <a:gd name="adj" fmla="val 17978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" y="5321808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Jira/Xray data  →  Transformation &amp; KPI logic  →  Automated report  →  Confluence  →  Stakeholder 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035040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reporting structure only; no client screenshots or operational data included.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&amp;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Modernizing repetitive Test Management workflows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 / 07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2578608" cy="1472184"/>
          </a:xfrm>
          <a:prstGeom prst="roundRect">
            <a:avLst>
              <a:gd name="adj" fmla="val 9938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057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87168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Jira/Xray data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 &amp; test assets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64408" y="235915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38728" y="1847088"/>
            <a:ext cx="2578608" cy="1472184"/>
          </a:xfrm>
          <a:prstGeom prst="roundRect">
            <a:avLst>
              <a:gd name="adj" fmla="val 9938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2057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487168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REST APIs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 / VBA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63056" y="235915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37376" y="1847088"/>
            <a:ext cx="2578608" cy="1472184"/>
          </a:xfrm>
          <a:prstGeom prst="roundRect">
            <a:avLst>
              <a:gd name="adj" fmla="val 9938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1968" y="2057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1968" y="2487168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React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61704" y="235915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36024" y="1847088"/>
            <a:ext cx="2578608" cy="1472184"/>
          </a:xfrm>
          <a:prstGeom prst="roundRect">
            <a:avLst>
              <a:gd name="adj" fmla="val 9938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00616" y="2057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0616" y="2487168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Dashboards, plans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Executions &amp; reports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831336"/>
            <a:ext cx="5358384" cy="1417320"/>
          </a:xfrm>
          <a:prstGeom prst="roundRect">
            <a:avLst>
              <a:gd name="adj" fmla="val 10323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3831336"/>
            <a:ext cx="50292" cy="1417320"/>
          </a:xfrm>
          <a:prstGeom prst="rect">
            <a:avLst/>
          </a:prstGeom>
          <a:solidFill>
            <a:srgbClr val="49D5E8"/>
          </a:solidFill>
          <a:ln w="127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4032504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Hub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41248" y="4498848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Automates creation and configuration of Test Plans, Test Executions, test cases, filters, dashboards and KPI gadgets.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6217920" y="3831336"/>
            <a:ext cx="5358384" cy="1417320"/>
          </a:xfrm>
          <a:prstGeom prst="roundRect">
            <a:avLst>
              <a:gd name="adj" fmla="val 10323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3831336"/>
            <a:ext cx="50292" cy="1417320"/>
          </a:xfrm>
          <a:prstGeom prst="rect">
            <a:avLst/>
          </a:prstGeom>
          <a:solidFill>
            <a:srgbClr val="A68AFF"/>
          </a:solidFill>
          <a:ln w="12700">
            <a:solidFill>
              <a:srgbClr val="A68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19088" y="4032504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transformation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19088" y="4498848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Progressed from Excel-based preparation to Python/API/SQLite-supported automated KPI reporting and publication.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667512" y="56875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engineering: GitHub Actions, self-hosted runners, Playwright and AI knowledge assistants.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AI-ASSISTED DELIVERY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Applying AI across engineering and Test Management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481328"/>
            <a:ext cx="10881360" cy="3931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AEC2D5"/>
                </a:solidFill>
                <a:latin typeface="Aptos"/>
              </a:rPr>
              <a:t>Practical AI use across daily delivery — from development to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3584448" cy="1207008"/>
          </a:xfrm>
          <a:prstGeom prst="roundRect">
            <a:avLst/>
          </a:prstGeom>
          <a:solidFill>
            <a:srgbClr val="122037"/>
          </a:solidFill>
          <a:ln>
            <a:solidFill>
              <a:srgbClr val="25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075688"/>
            <a:ext cx="324612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D5DA"/>
                </a:solidFill>
                <a:latin typeface="Aptos"/>
              </a:rPr>
              <a:t>Python &amp; API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432304"/>
            <a:ext cx="324612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AI-assisted code drafting, refactoring and workflow prototyping.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938528"/>
            <a:ext cx="3584448" cy="1207008"/>
          </a:xfrm>
          <a:prstGeom prst="roundRect">
            <a:avLst/>
          </a:prstGeom>
          <a:solidFill>
            <a:srgbClr val="122037"/>
          </a:solidFill>
          <a:ln>
            <a:solidFill>
              <a:srgbClr val="25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2075688"/>
            <a:ext cx="324612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D5DA"/>
                </a:solidFill>
                <a:latin typeface="Aptos"/>
              </a:rPr>
              <a:t>AI knowledge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432304"/>
            <a:ext cx="324612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Configured knowledge assistants for Test Management and programme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38528"/>
            <a:ext cx="3584448" cy="1207008"/>
          </a:xfrm>
          <a:prstGeom prst="roundRect">
            <a:avLst/>
          </a:prstGeom>
          <a:solidFill>
            <a:srgbClr val="122037"/>
          </a:solidFill>
          <a:ln>
            <a:solidFill>
              <a:srgbClr val="25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7" y="2075688"/>
            <a:ext cx="324612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D5DA"/>
                </a:solidFill>
                <a:latin typeface="Aptos"/>
              </a:rPr>
              <a:t>Debugging &amp;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432304"/>
            <a:ext cx="324612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Error analysis, troubleshooting and Playwright test-script drafting.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73552"/>
            <a:ext cx="3584448" cy="1207008"/>
          </a:xfrm>
          <a:prstGeom prst="roundRect">
            <a:avLst/>
          </a:prstGeom>
          <a:solidFill>
            <a:srgbClr val="122037"/>
          </a:solidFill>
          <a:ln>
            <a:solidFill>
              <a:srgbClr val="25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3410712"/>
            <a:ext cx="324612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D5DA"/>
                </a:solidFill>
                <a:latin typeface="Aptos"/>
              </a:rPr>
              <a:t>GitHub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767328"/>
            <a:ext cx="324612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In-editor coding support for faster iteration and development.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3273552"/>
            <a:ext cx="3584448" cy="1207008"/>
          </a:xfrm>
          <a:prstGeom prst="roundRect">
            <a:avLst/>
          </a:prstGeom>
          <a:solidFill>
            <a:srgbClr val="122037"/>
          </a:solidFill>
          <a:ln>
            <a:solidFill>
              <a:srgbClr val="25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3410712"/>
            <a:ext cx="324612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D5DA"/>
                </a:solidFill>
                <a:latin typeface="Aptos"/>
              </a:rPr>
              <a:t>Business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767328"/>
            <a:ext cx="324612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Drafting and refining presentations, emails and project timelines.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273552"/>
            <a:ext cx="3584448" cy="1207008"/>
          </a:xfrm>
          <a:prstGeom prst="roundRect">
            <a:avLst/>
          </a:prstGeom>
          <a:solidFill>
            <a:srgbClr val="122037"/>
          </a:solidFill>
          <a:ln>
            <a:solidFill>
              <a:srgbClr val="25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7" y="3410712"/>
            <a:ext cx="324612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D5DA"/>
                </a:solidFill>
                <a:latin typeface="Aptos"/>
              </a:rPr>
              <a:t>Repository &amp; CI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3767328"/>
            <a:ext cx="324612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GitHub repositories, Actions and self-hosted runners for automation.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82312"/>
            <a:ext cx="10881360" cy="877824"/>
          </a:xfrm>
          <a:prstGeom prst="roundRect">
            <a:avLst/>
          </a:prstGeom>
          <a:solidFill>
            <a:srgbClr val="172F45"/>
          </a:solidFill>
          <a:ln>
            <a:solidFill>
              <a:srgbClr val="306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910328"/>
            <a:ext cx="2057400" cy="30175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3FD5DA"/>
                </a:solidFill>
                <a:latin typeface="Aptos"/>
              </a:rPr>
              <a:t>NEXT: AZURE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4901184"/>
            <a:ext cx="8394192" cy="56692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ECF6FF"/>
                </a:solidFill>
                <a:latin typeface="Aptos"/>
              </a:rPr>
              <a:t>Exploring Azure-based orchestration of scheduled KPI report refreshes with GitHub Actions and runners — planned, not deployed.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79592"/>
            <a:ext cx="10881360" cy="33832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AEC2D5"/>
                </a:solidFill>
                <a:latin typeface="Aptos"/>
              </a:rPr>
              <a:t>AI supports delivery; testing decisions, code review and information handling remain human-controlled.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clarity backed by technical delivery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35608"/>
            <a:ext cx="11018520" cy="0"/>
          </a:xfrm>
          <a:prstGeom prst="line">
            <a:avLst/>
          </a:prstGeom>
          <a:noFill/>
          <a:ln w="1270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PANCHAWATE  •  PROFESSIONAL PORTFOLIO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 / 07</a:t>
            </a:r>
          </a:p>
        </p:txBody>
      </p:sp>
      <p:sp>
        <p:nvSpPr>
          <p:cNvPr id="7" name="Shape 5"/>
          <p:cNvSpPr/>
          <p:nvPr/>
        </p:nvSpPr>
        <p:spPr>
          <a:xfrm>
            <a:off x="649224" y="1764792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" y="1764792"/>
            <a:ext cx="50292" cy="1335024"/>
          </a:xfrm>
          <a:prstGeom prst="rect">
            <a:avLst/>
          </a:prstGeom>
          <a:solidFill>
            <a:srgbClr val="49D5E8"/>
          </a:solidFill>
          <a:ln w="12700">
            <a:solidFill>
              <a:srgbClr val="49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9659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transparency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2432304"/>
            <a:ext cx="4928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Consolidated progress, workstream performance and defect intelligence for stakeholder discussions.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17920" y="1764792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764792"/>
            <a:ext cx="50292" cy="1335024"/>
          </a:xfrm>
          <a:prstGeom prst="rect">
            <a:avLst/>
          </a:prstGeom>
          <a:solidFill>
            <a:srgbClr val="A68AFF"/>
          </a:solidFill>
          <a:ln w="12700">
            <a:solidFill>
              <a:srgbClr val="A68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9088" y="19659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coordination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9088" y="2432304"/>
            <a:ext cx="4928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scope reviews, test readiness, evidence follow-up and market-level alignment.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49224" y="3337560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" y="3337560"/>
            <a:ext cx="50292" cy="1335024"/>
          </a:xfrm>
          <a:prstGeom prst="rect">
            <a:avLst/>
          </a:prstGeom>
          <a:solidFill>
            <a:srgbClr val="54D7AF"/>
          </a:solidFill>
          <a:ln w="12700">
            <a:solidFill>
              <a:srgbClr val="54D7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35387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governance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" y="4005072"/>
            <a:ext cx="4928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standards, Jira/Xray configuration and consistent management reporting.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14213A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0292" cy="1335024"/>
          </a:xfrm>
          <a:prstGeom prst="rect">
            <a:avLst/>
          </a:prstGeom>
          <a:solidFill>
            <a:srgbClr val="F2BE6B"/>
          </a:solidFill>
          <a:ln w="12700">
            <a:solidFill>
              <a:srgbClr val="F2B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35387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enablement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19088" y="4005072"/>
            <a:ext cx="4928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repetitive administrative work through reusable scripts, APIs and a centralized automation hub.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58368" y="5074920"/>
            <a:ext cx="10853928" cy="868680"/>
          </a:xfrm>
          <a:prstGeom prst="roundRect">
            <a:avLst>
              <a:gd name="adj" fmla="val 16842"/>
            </a:avLst>
          </a:prstGeom>
          <a:solidFill>
            <a:srgbClr val="1A2B47"/>
          </a:solidFill>
          <a:ln w="10160">
            <a:solidFill>
              <a:srgbClr val="2B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26694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detailed case studies and the interactive demonstration:</a:t>
            </a:r>
            <a:endParaRPr lang="en-US" sz="1300" dirty="0"/>
          </a:p>
        </p:txBody>
      </p:sp>
      <p:sp>
        <p:nvSpPr>
          <p:cNvPr id="25" name="Text 23">
            <a:hlinkClick r:id="rId3"/>
          </p:cNvPr>
          <p:cNvSpPr/>
          <p:nvPr/>
        </p:nvSpPr>
        <p:spPr>
          <a:xfrm>
            <a:off x="914400" y="5568696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49D5E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apanchawate.github.io/portfolio/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Macintosh PowerPoint</Application>
  <PresentationFormat>Widescreen</PresentationFormat>
  <Paragraphs>133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Test Management &amp; Automation | Professional Overview</dc:title>
  <dc:subject>Enterprise Test Management and Automation</dc:subject>
  <dc:creator>Akshay Panchawate</dc:creator>
  <cp:lastModifiedBy>Akshay Panchawate</cp:lastModifiedBy>
  <cp:revision>1</cp:revision>
  <dcterms:created xsi:type="dcterms:W3CDTF">2026-10-25T18:13:42Z</dcterms:created>
  <dcterms:modified xsi:type="dcterms:W3CDTF">2026-10-25T20:52:03Z</dcterms:modified>
</cp:coreProperties>
</file>